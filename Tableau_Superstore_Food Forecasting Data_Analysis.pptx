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ublic.tableau.com/views/Book1_16649822177120/Story1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19DA7B55-425C-44C7-91F4-24FE7ABD1F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Food Forecasting Analysis </a:t>
            </a:r>
            <a:endParaRPr lang="en-us" b="1" dirty="0">
              <a:solidFill>
                <a:schemeClr val="accent1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CCCCD27A-E969-4415-8C2A-0452FC3622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File created on: 10/5/2022 3:04:56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orders/week">
            <a:extLst>
              <a:ext uri="{FF2B5EF4-FFF2-40B4-BE49-F238E27FC236}">
                <a16:creationId xmlns:a16="http://schemas.microsoft.com/office/drawing/2014/main" id="{4E244971-D93F-4102-95A9-780E679681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1389"/>
            <a:ext cx="12192000" cy="553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Orders/Category or Cuisine">
            <a:extLst>
              <a:ext uri="{FF2B5EF4-FFF2-40B4-BE49-F238E27FC236}">
                <a16:creationId xmlns:a16="http://schemas.microsoft.com/office/drawing/2014/main" id="{EAA4E397-5588-415F-B8DD-A3C1327182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0290"/>
            <a:ext cx="12192000" cy="635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centre meal orders">
            <a:extLst>
              <a:ext uri="{FF2B5EF4-FFF2-40B4-BE49-F238E27FC236}">
                <a16:creationId xmlns:a16="http://schemas.microsoft.com/office/drawing/2014/main" id="{EA26A84F-5131-4B4B-A02C-FBB4CC9CD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150" y="232410"/>
            <a:ext cx="9029700" cy="639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Dashboard 1">
            <a:extLst>
              <a:ext uri="{FF2B5EF4-FFF2-40B4-BE49-F238E27FC236}">
                <a16:creationId xmlns:a16="http://schemas.microsoft.com/office/drawing/2014/main" id="{7D6DF784-BA98-4819-AA1F-A755643DCC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5368"/>
            <a:ext cx="12192000" cy="530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Story 12">
            <a:extLst>
              <a:ext uri="{FF2B5EF4-FFF2-40B4-BE49-F238E27FC236}">
                <a16:creationId xmlns:a16="http://schemas.microsoft.com/office/drawing/2014/main" id="{80B9DD12-5CA0-40B4-B84D-9E306A0EF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5368"/>
            <a:ext cx="12192000" cy="530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Story 13">
            <a:extLst>
              <a:ext uri="{FF2B5EF4-FFF2-40B4-BE49-F238E27FC236}">
                <a16:creationId xmlns:a16="http://schemas.microsoft.com/office/drawing/2014/main" id="{36950F05-64A6-4879-B176-1B5CCCDF0C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5368"/>
            <a:ext cx="12192000" cy="530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8" descr="Story 14">
            <a:extLst>
              <a:ext uri="{FF2B5EF4-FFF2-40B4-BE49-F238E27FC236}">
                <a16:creationId xmlns:a16="http://schemas.microsoft.com/office/drawing/2014/main" id="{D7310B6E-9CB8-4FA6-A05E-43CE01CCF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5368"/>
            <a:ext cx="12192000" cy="530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de9" descr="Story 15">
            <a:extLst>
              <a:ext uri="{FF2B5EF4-FFF2-40B4-BE49-F238E27FC236}">
                <a16:creationId xmlns:a16="http://schemas.microsoft.com/office/drawing/2014/main" id="{C2B33469-8497-4A51-8012-B93D61A2C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5368"/>
            <a:ext cx="12192000" cy="530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</Words>
  <Application>Microsoft Office PowerPoint</Application>
  <PresentationFormat>Widescreen</PresentationFormat>
  <Paragraphs>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Food Forecasting Analysis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</dc:creator>
  <cp:lastModifiedBy>vishal grover</cp:lastModifiedBy>
  <cp:revision>2</cp:revision>
  <dcterms:created xsi:type="dcterms:W3CDTF">2022-10-05T15:04:57Z</dcterms:created>
  <dcterms:modified xsi:type="dcterms:W3CDTF">2026-03-23T16:59:38Z</dcterms:modified>
</cp:coreProperties>
</file>